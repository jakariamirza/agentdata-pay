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e02f5610214bcd" /><Relationship Type="http://schemas.openxmlformats.org/officeDocument/2006/relationships/extended-properties" Target="/docProps/app.xml" Id="R877b8347fb444a78" /><Relationship Type="http://schemas.openxmlformats.org/officeDocument/2006/relationships/officeDocument" Target="/ppt/presentation.xml" Id="R36de128747734d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7285c8ccf34644"/>
  </p:sldMasterIdLst>
  <p:notesMasterIdLst>
    <p:notesMasterId xmlns:r="http://schemas.openxmlformats.org/officeDocument/2006/relationships" r:id="R01f34071da2348ee"/>
  </p:notesMasterIdLst>
  <p:sldIdLst>
    <p:sldId xmlns:r="http://schemas.openxmlformats.org/officeDocument/2006/relationships" id="256" r:id="Rd59ddeb9a598449e"/>
    <p:sldId xmlns:r="http://schemas.openxmlformats.org/officeDocument/2006/relationships" id="257" r:id="Rcb43dc52729041ac"/>
    <p:sldId xmlns:r="http://schemas.openxmlformats.org/officeDocument/2006/relationships" id="258" r:id="Ra6b8cc5317604b45"/>
    <p:sldId xmlns:r="http://schemas.openxmlformats.org/officeDocument/2006/relationships" id="259" r:id="R8aa7b3353460467f"/>
    <p:sldId xmlns:r="http://schemas.openxmlformats.org/officeDocument/2006/relationships" id="260" r:id="R86c3deba81174998"/>
    <p:sldId xmlns:r="http://schemas.openxmlformats.org/officeDocument/2006/relationships" id="261" r:id="R9baf78749e594fb1"/>
    <p:sldId xmlns:r="http://schemas.openxmlformats.org/officeDocument/2006/relationships" id="262" r:id="R03059fcb06144d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24cb09766d4593" /><Relationship Type="http://schemas.openxmlformats.org/officeDocument/2006/relationships/slideMaster" Target="/ppt/slideMasters/slideMaster1.xml" Id="Re97285c8ccf34644" /><Relationship Type="http://schemas.openxmlformats.org/officeDocument/2006/relationships/notesMaster" Target="/ppt/notesMasters/notesMaster1.xml" Id="R01f34071da2348ee" /><Relationship Type="http://schemas.openxmlformats.org/officeDocument/2006/relationships/presProps" Target="/ppt/presProps.xml" Id="R2ec52b9022114890" /><Relationship Type="http://schemas.openxmlformats.org/officeDocument/2006/relationships/tableStyles" Target="/ppt/tableStyles.xml" Id="R86b6809a35c8451d" /><Relationship Type="http://schemas.openxmlformats.org/officeDocument/2006/relationships/slide" Target="/ppt/slides/slide1.xml" Id="Rd59ddeb9a598449e" /><Relationship Type="http://schemas.openxmlformats.org/officeDocument/2006/relationships/slide" Target="/ppt/slides/slide2.xml" Id="Rcb43dc52729041ac" /><Relationship Type="http://schemas.openxmlformats.org/officeDocument/2006/relationships/slide" Target="/ppt/slides/slide3.xml" Id="Ra6b8cc5317604b45" /><Relationship Type="http://schemas.openxmlformats.org/officeDocument/2006/relationships/slide" Target="/ppt/slides/slide4.xml" Id="R8aa7b3353460467f" /><Relationship Type="http://schemas.openxmlformats.org/officeDocument/2006/relationships/slide" Target="/ppt/slides/slide5.xml" Id="R86c3deba81174998" /><Relationship Type="http://schemas.openxmlformats.org/officeDocument/2006/relationships/slide" Target="/ppt/slides/slide6.xml" Id="R9baf78749e594fb1" /><Relationship Type="http://schemas.openxmlformats.org/officeDocument/2006/relationships/slide" Target="/ppt/slides/slide7.xml" Id="R03059fcb06144d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0ddd3ebfdd49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883bb5bb714830" /><Relationship Type="http://schemas.openxmlformats.org/officeDocument/2006/relationships/notesMaster" Target="/ppt/notesMasters/notesMaster1.xml" Id="Rf447133ed34246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cc8b21b1f7461b" /><Relationship Type="http://schemas.openxmlformats.org/officeDocument/2006/relationships/notesMaster" Target="/ppt/notesMasters/notesMaster1.xml" Id="Rf4bfc9f8a86b42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d428b91409475e" /><Relationship Type="http://schemas.openxmlformats.org/officeDocument/2006/relationships/notesMaster" Target="/ppt/notesMasters/notesMaster1.xml" Id="Rbe0c9a9cb25f49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ff263832b84837" /><Relationship Type="http://schemas.openxmlformats.org/officeDocument/2006/relationships/notesMaster" Target="/ppt/notesMasters/notesMaster1.xml" Id="R63f06bd6325849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4bfbac0c5a45a8" /><Relationship Type="http://schemas.openxmlformats.org/officeDocument/2006/relationships/notesMaster" Target="/ppt/notesMasters/notesMaster1.xml" Id="R85fe9d0bb29f4d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5d85147ecf4ee3" /><Relationship Type="http://schemas.openxmlformats.org/officeDocument/2006/relationships/notesMaster" Target="/ppt/notesMasters/notesMaster1.xml" Id="R3304c99d855845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92d34e046e4d12" /><Relationship Type="http://schemas.openxmlformats.org/officeDocument/2006/relationships/notesMaster" Target="/ppt/notesMasters/notesMaster1.xml" Id="R2716a6d341494b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claim: this agent does not only recommend data—it buys the smallest useful dataset autonomously.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https://agentdata-pay.vercel.app/</a:t>
            </a:r>
          </a:p>
          <a:p xmlns:a="http://schemas.openxmlformats.org/drawingml/2006/main">
            <a:r>
              <a:t>- https://github.com/jakariamirza/agentdata-pay</a:t>
            </a:r>
          </a:p>
          <a:p xmlns:a="http://schemas.openxmlformats.org/drawingml/2006/main">
            <a:r>
              <a:t>- Project production verification and repository, accessed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an agent-economy gap: most agents can reason, but still depend on a human to purchase protected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https://agentdata-pay.vercel.app/</a:t>
            </a:r>
          </a:p>
          <a:p xmlns:a="http://schemas.openxmlformats.org/drawingml/2006/main">
            <a:r>
              <a:t>- https://github.com/jakariamirza/agentdata-pay</a:t>
            </a:r>
          </a:p>
          <a:p xmlns:a="http://schemas.openxmlformats.org/drawingml/2006/main">
            <a:r>
              <a:t>- Project production verification and repository, accessed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resource selection, payment negotiation, authorization and analysis happen without wallet pop-ups.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https://agentdata-pay.vercel.app/</a:t>
            </a:r>
          </a:p>
          <a:p xmlns:a="http://schemas.openxmlformats.org/drawingml/2006/main">
            <a:r>
              <a:t>- https://github.com/jakariamirza/agentdata-pay</a:t>
            </a:r>
          </a:p>
          <a:p xmlns:a="http://schemas.openxmlformats.org/drawingml/2006/main">
            <a:r>
              <a:t>- Project production verification and repository, accessed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evidence in the screenshot: payment verified, Arc Testnet, x402, Gateway verified and the unlocked data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https://agentdata-pay.vercel.app/</a:t>
            </a:r>
          </a:p>
          <a:p xmlns:a="http://schemas.openxmlformats.org/drawingml/2006/main">
            <a:r>
              <a:t>- https://github.com/jakariamirza/agentdata-pay</a:t>
            </a:r>
          </a:p>
          <a:p xmlns:a="http://schemas.openxmlformats.org/drawingml/2006/main">
            <a:r>
              <a:t>- Project production verification and repository, accessed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three proof points as the technical summary. The fee is deliberately tiny to demonstrate nanopayments rather than traditional checkout.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https://agentdata-pay.vercel.app/</a:t>
            </a:r>
          </a:p>
          <a:p xmlns:a="http://schemas.openxmlformats.org/drawingml/2006/main">
            <a:r>
              <a:t>- https://github.com/jakariamirza/agentdata-pay</a:t>
            </a:r>
          </a:p>
          <a:p xmlns:a="http://schemas.openxmlformats.org/drawingml/2006/main">
            <a:r>
              <a:t>- Project production verification and repository, accessed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technical slide brief. The differentiator is the integration of Arc, USDC, Circle Gateway and x402 into one autonomous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https://agentdata-pay.vercel.app/</a:t>
            </a:r>
          </a:p>
          <a:p xmlns:a="http://schemas.openxmlformats.org/drawingml/2006/main">
            <a:r>
              <a:t>- https://github.com/jakariamirza/agentdata-pay</a:t>
            </a:r>
          </a:p>
          <a:p xmlns:a="http://schemas.openxmlformats.org/drawingml/2006/main">
            <a:r>
              <a:t>- Project production verification and repository, accessed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live links and invite the judges to run an underpriced-property query to trigger another verified nanopayment.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https://agentdata-pay.vercel.app/</a:t>
            </a:r>
          </a:p>
          <a:p xmlns:a="http://schemas.openxmlformats.org/drawingml/2006/main">
            <a:r>
              <a:t>- https://github.com/jakariamirza/agentdata-pay</a:t>
            </a:r>
          </a:p>
          <a:p xmlns:a="http://schemas.openxmlformats.org/drawingml/2006/main">
            <a:r>
              <a:t>- Project production verification and repository, accessed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0754824164d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93a62d2e124413" /><Relationship Type="http://schemas.openxmlformats.org/officeDocument/2006/relationships/slideLayout" Target="/ppt/slideLayouts/slideLayout1.xml" Id="Rfbe609fa3ba940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e609fa3ba940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95044f3e94c9e" /><Relationship Type="http://schemas.openxmlformats.org/officeDocument/2006/relationships/notesSlide" Target="/ppt/notesSlides/notesSlide1.xml" Id="R01421e85ef6948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0d73fce144d04" /><Relationship Type="http://schemas.openxmlformats.org/officeDocument/2006/relationships/notesSlide" Target="/ppt/notesSlides/notesSlide2.xml" Id="Re50d67d29d374e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2d5d3fd6646b9" /><Relationship Type="http://schemas.openxmlformats.org/officeDocument/2006/relationships/notesSlide" Target="/ppt/notesSlides/notesSlide3.xml" Id="R6bad987270b74d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8f64bc59b4280" /><Relationship Type="http://schemas.openxmlformats.org/officeDocument/2006/relationships/image" Target="/ppt/media/image.jpeg" Id="R9a61943bda074e32" /><Relationship Type="http://schemas.openxmlformats.org/officeDocument/2006/relationships/notesSlide" Target="/ppt/notesSlides/notesSlide4.xml" Id="Rc4ffbcf87e7d4f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b870f1092474f" /><Relationship Type="http://schemas.openxmlformats.org/officeDocument/2006/relationships/notesSlide" Target="/ppt/notesSlides/notesSlide5.xml" Id="R23619c374d7740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8c067f77447de" /><Relationship Type="http://schemas.openxmlformats.org/officeDocument/2006/relationships/notesSlide" Target="/ppt/notesSlides/notesSlide6.xml" Id="Rce5b0752ece54a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fcf78ae5a4be1" /><Relationship Type="http://schemas.openxmlformats.org/officeDocument/2006/relationships/notesSlide" Target="/ppt/notesSlides/notesSlide7.xml" Id="R8a5e3785197a49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4B57B5B-E0F6-4176-A468-8E0D7FE5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Autonomous data,
paid for by an agent.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C331120-45B7-4FBE-AA8E-5D7B44AE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AgentData Pay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A80A506-F10B-4C1C-AF16-034CCACE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Agentic Economy · Arc Testnet</a:t>
            </a:r>
          </a:p>
        </p:txBody>
      </p:sp>
    </p:spTree>
    <p:extLst>
      <p:ext uri="{BB962C8B-B14F-4D97-AF65-F5344CB8AC3E}">
        <p14:creationId xmlns:p14="http://schemas.microsoft.com/office/powerpoint/2010/main" val="1081161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58DDA87-B050-4CA1-97C0-3BE5ACDF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0904E0E-A132-46D7-A00B-D3728E46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access should be as autonomous as the agent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A5C4DAE6-D145-44F1-B407-766D11D7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
The agent maps a market question to the smallest useful paid dataset.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611095CF-0666-4F9C-9DB2-F7DA9D38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PAY
HTTP 402 triggers a $0.001 test-USDC authorization on Arc Testnet.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02B2F2D4-ADE0-4C69-A487-6D46A5FF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UNLOCK
Verified payment releases protected JSON for immediate analysis.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29776CA5-2257-4EBF-A326-DAF1930D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41DCCCFD-2109-40FC-A8F7-719D778C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490D2E97-4D75-4C26-B7E3-8B5B13D6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2360549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A602DCC-B3EF-42F0-A4FB-621804DD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CA689DA-8251-4E34-AB52-7FEA15E6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question triggers a complete x402 payment loop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435112C-3050-493D-8CB1-CA89461F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91E4B7D-A457-49F6-BDC0-9AF023BC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573EFE8-1E69-4BA3-ADF7-6FE3088C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3C1C299B-3176-40BE-BEEF-C840610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SELECT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E0E1072-644C-4461-A725-077A9E4C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SETTLE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A5166A0-6438-440C-BB07-D9DD63A6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ANALYSE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40ACBAB-8EF0-4497-9326-55E4EBB4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Gateway verifies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API returns HTTP 402; the buyer signs and Circle Gateway settles test USDC.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15DEDE9-4F74-4FA0-AD1B-7D57F42A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 chooses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query is routed to market summary, new listings, reductions or opportunities.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9A1D5A5-7EB0-42D1-92CB-0022B478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Insight returns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Protected JSON is unlocked, ranked and explained in the same request.</a:t>
            </a:r>
          </a:p>
        </p:txBody>
      </p:sp>
    </p:spTree>
    <p:extLst>
      <p:ext uri="{BB962C8B-B14F-4D97-AF65-F5344CB8AC3E}">
        <p14:creationId xmlns:p14="http://schemas.microsoft.com/office/powerpoint/2010/main" val="5397870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DB01CB7-2EBB-4104-BB82-D50CEC7B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A9FC7C9-1759-44C5-A545-F93BBDDE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payment, verified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AC4A8B0E-E2A6-442E-82EC-C6F8B274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279831F6-F733-4A4E-ACC9-EBAEEFC7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ON ARC TESTNET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real query received HTTP 402, signed a test-USDC authorization and unlocked three protected property signals.
Payment: $0.001 USDC
Protocol: x402
Settlement: Gateway verified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1943bda074e32"/>
          <a:stretch xmlns:a="http://schemas.openxmlformats.org/drawingml/2006/main"/>
        </p:blipFill>
        <p:spPr>
          <a:xfrm xmlns:a="http://schemas.openxmlformats.org/drawingml/2006/main">
            <a:off x="6269069" y="1638437"/>
            <a:ext cx="5539740" cy="3118020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15468945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1B1CC95C-E132-48C2-A94F-EB897CEC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20DC839-0B81-4F40-B11F-F6916AFA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58B3B43-E6A1-432E-B290-82DE49D3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5C883616-7A53-40BB-9A06-D2D6478F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6CBD1303-D68E-4C1A-899E-8F1F4DC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MVP is live, paid and judge-ready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9B06783-A2CB-40A0-89F9-D6653E60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test-USDC per paid request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E2487E5-1431-4091-91D6-FE261F3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end-to-end tests passing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E86E51E-8A47-4543-9AEC-F2134ECF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payment requirement handled automatically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5A45F53-381F-44BC-96DC-86AD4F83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$0.001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94BFE17-EEBF-40A6-98B9-787BFD0A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HTTP 402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9842E48-53BB-4C76-B020-703796A0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/ 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1FA9EF7-D514-47D4-AC1D-B5458A11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WORKING EVIDENCE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public application runs the full autonomous purchase loop. The repository includes deterministic demo mode plus live Arc Testnet settlement.</a:t>
            </a:r>
          </a:p>
        </p:txBody>
      </p:sp>
    </p:spTree>
    <p:extLst>
      <p:ext uri="{BB962C8B-B14F-4D97-AF65-F5344CB8AC3E}">
        <p14:creationId xmlns:p14="http://schemas.microsoft.com/office/powerpoint/2010/main" val="1278727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64F07AF-F62B-4641-A6F3-894B14C9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495BD32-B4AA-4C5A-864A-6568B4DB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small stack delivers the complete agent economy loop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FCE472D2-2107-4C68-B542-5E9DA256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 Testnet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92DA21E-D199-4308-A1B5-4FAD4A56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Network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1A2823FD-E93E-4683-8029-40D1C1C7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USDC + Circle Gateway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8996B6F-864C-4562-8E50-3572CF14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Money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2E76251-389D-469C-8DDE-77BE8F8C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x402 protected API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6F0EA9ED-CB76-4FAC-89FF-AE6A8135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Protocol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BD31D44A-F740-4ED1-B507-FEDA5EC3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TypeScript · Express · Vercel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135D3FB9-179D-4CB0-8C4D-83724614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Application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BD3E6275-9D9B-4628-8ABF-5B32DF25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BUILT FOR ARC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component has one job: decide, request, pay, verify or analyse.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result is a compact MVP that is easy for judges to run and inspect.</a:t>
            </a:r>
          </a:p>
        </p:txBody>
      </p:sp>
    </p:spTree>
    <p:extLst>
      <p:ext uri="{BB962C8B-B14F-4D97-AF65-F5344CB8AC3E}">
        <p14:creationId xmlns:p14="http://schemas.microsoft.com/office/powerpoint/2010/main" val="20490106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937E8E1-D2D2-4AA3-BA6E-30B694F8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Try the live agent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45EEDAB-0E4A-4429-9A9D-FC3A2DB2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agentdata-pay.vercel.app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github.com/jakariamirza/
agentdata-pay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Agentic Economy · Arc Testnet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58D5F23-F253-477B-992B-92D8C551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FINAL LINKS</a:t>
            </a:r>
          </a:p>
        </p:txBody>
      </p:sp>
    </p:spTree>
    <p:extLst>
      <p:ext uri="{BB962C8B-B14F-4D97-AF65-F5344CB8AC3E}">
        <p14:creationId xmlns:p14="http://schemas.microsoft.com/office/powerpoint/2010/main" val="622141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2026-07-27T07:53:13.0940000Z</dcterms:created>
  <dcterms:modified xsi:type="dcterms:W3CDTF">2026-07-27T07:53:13.0950000Z</dcterms:modified>
</coreProperties>
</file>